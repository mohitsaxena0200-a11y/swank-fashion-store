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60" r:id="rId4"/>
    <p:sldId id="362" r:id="rId5"/>
    <p:sldId id="361" r:id="rId6"/>
    <p:sldId id="258" r:id="rId7"/>
    <p:sldId id="359" r:id="rId8"/>
    <p:sldId id="259" r:id="rId9"/>
    <p:sldId id="263" r:id="rId10"/>
    <p:sldId id="264" r:id="rId11"/>
    <p:sldId id="267" r:id="rId12"/>
    <p:sldId id="268" r:id="rId13"/>
    <p:sldId id="272" r:id="rId14"/>
    <p:sldId id="276" r:id="rId15"/>
    <p:sldId id="363" r:id="rId16"/>
    <p:sldId id="277" r:id="rId17"/>
    <p:sldId id="278" r:id="rId18"/>
    <p:sldId id="280" r:id="rId19"/>
    <p:sldId id="281" r:id="rId20"/>
    <p:sldId id="282" r:id="rId21"/>
    <p:sldId id="365" r:id="rId22"/>
    <p:sldId id="286" r:id="rId23"/>
    <p:sldId id="287" r:id="rId24"/>
    <p:sldId id="366" r:id="rId25"/>
    <p:sldId id="295" r:id="rId26"/>
    <p:sldId id="301" r:id="rId27"/>
    <p:sldId id="302" r:id="rId28"/>
    <p:sldId id="304" r:id="rId29"/>
    <p:sldId id="309" r:id="rId30"/>
    <p:sldId id="310" r:id="rId31"/>
    <p:sldId id="316" r:id="rId32"/>
    <p:sldId id="32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MENSWEAR PRODUCT QTY SHEET  |  </a:t>
            </a:r>
            <a:r>
              <a:rPr lang="en-IN" dirty="0"/>
              <a:t>STYLE 001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970135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671421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ODM/260610/0118        MID BLUE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47104" y="2374392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6B7DBD60-070C-4D32-9921-3409D362ED5E.jpeg  •  Enter style number and quantities in the blank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002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180570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ODM/260610/0118          MAROON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D880041F-6B6F-43B4-929E-2029C9631654.jpeg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41571D52-2B96-5359-6E7F-43FD9F76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1021515"/>
            <a:ext cx="3627120" cy="5263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3A819-3E5F-39CC-BD43-385A50C8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B628DD-4F55-9BF5-E880-7054D6928001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FC3D7-0287-B98C-384E-30357432E8A1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>
            <a:extLst>
              <a:ext uri="{FF2B5EF4-FFF2-40B4-BE49-F238E27FC236}">
                <a16:creationId xmlns:a16="http://schemas.microsoft.com/office/drawing/2014/main" id="{7AC2802F-AF2C-D038-3D12-D2C988633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379" y="960120"/>
            <a:ext cx="4080510" cy="5440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E5D051-6925-F098-8785-F9386CF1EE27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5A0BF4-7AEF-223E-2798-B6C0E1576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4317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ODM/260610/0075       TAN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05509A-0CC3-F5FD-426E-F634BE3706E1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F29B7A-AD91-0098-35E4-00B3EE330D56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089A56-7A57-9E0F-0E8F-03A1B10059A1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52BD0A5-523C-F181-57C2-6A7B8C608FEA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D880041F-6B6F-43B4-929E-2029C9631654.jpeg  •  Enter style number and quantities in the blank fields</a:t>
            </a:r>
          </a:p>
        </p:txBody>
      </p:sp>
    </p:spTree>
    <p:extLst>
      <p:ext uri="{BB962C8B-B14F-4D97-AF65-F5344CB8AC3E}">
        <p14:creationId xmlns:p14="http://schemas.microsoft.com/office/powerpoint/2010/main" val="145069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CA022-AD71-1355-EEB0-4342ABCE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7182EC-1E0D-2A0A-E187-EA20678B216C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C3030-2F6D-933D-5B76-8DA024B07F50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8CE51-F911-AC99-BF65-58D9519C2816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5499CF-CAF1-C610-A887-D61575A70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68018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ODM/260610/0075       CAMEL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3BE18E-F4B9-1A26-8E79-CED2342356DA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3B775D-7219-AA0E-D9FB-535B936CF17A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AE4723-BAC1-5CB1-9907-5C20CA9213AC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44A366-4E42-F0EE-0727-5B21405D3088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D880041F-6B6F-43B4-929E-2029C9631654.jpeg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38BDC7B1-849B-2CAB-2482-AFADA94F4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3" y="932688"/>
            <a:ext cx="408051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7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7C07D-CD5F-DCD4-B0FF-D9CC0785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7036C5-A153-E8B0-FAB7-90E650E3AE86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B6E30-F59E-4741-4C21-5B422FB108FA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6AA64-CB99-A363-3E29-C7D0F0BD0D21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BF96A1-F847-8902-8FD2-141E584FB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359034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ODM/260610/0075      COFFEE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3D7B07-FD15-84D3-C763-41D9949095B9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8926E3-0F93-63F9-DD86-598234A72436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rPr dirty="0"/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D7924D-39C3-3F93-E63B-87B81AFC2F14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AEF1C2E-F3A1-55BA-AD04-A0E70DC313CD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D880041F-6B6F-43B4-929E-2029C9631654.jpeg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6099F300-5CFB-A219-8071-AFAEACD0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3" y="932688"/>
            <a:ext cx="408051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3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003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932688"/>
            <a:ext cx="544068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547211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OEM/260430/0086        GREY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4D63705A-139C-4355-AE39-7F59319E8724(2).jpeg  •  Enter style number and quantities in the blank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689FF-8BFA-F9B2-AB26-6C6A10C1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7A7749-4B1E-5CE9-9541-7865C0A39735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53DB3C-B478-B6A4-8749-4B765C8C4B42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8C355-9E34-6E9E-5F27-909FDC1BA1E7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8D327B-A403-6851-45BD-A6794E6B6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77845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OEM/260430/0086   NAVY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096B07-4061-7BD4-2C14-9EB2534B98B2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610708-ECAF-DE1E-5049-098520575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079219"/>
              </p:ext>
            </p:extLst>
          </p:nvPr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D65BEC-0284-E5B1-579E-9C493BFA6173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C79F0F8-8BDA-B2A4-0165-AC84365B9753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4D63705A-139C-4355-AE39-7F59319E8724(2).jpeg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074B41EA-C925-2022-6849-AD64342FF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932688"/>
            <a:ext cx="544068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004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167392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ODM/260423/0018                OLIVE 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5E090138-5CCA-44B0-A476-0AB5A7BA85BF.jpeg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82CDC8C5-9C76-6D8C-6087-9614E7E5E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3" y="932688"/>
            <a:ext cx="408051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008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54440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ODM/260423/0018                      GREY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1B58736B-4193-47B8-B374-74463BB00923.jpeg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CE063B16-DDC4-2835-3A25-809D9C43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3" y="932688"/>
            <a:ext cx="408051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009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22610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ODM/260423/0018                TAN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A1D0ECEF-7F9B-4E23-A591-0D68E3A2CBDD.jpeg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09597ECA-5C7F-C71F-657D-F593DB98A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93" y="932688"/>
            <a:ext cx="408051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012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848014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ODM/260404/0005              BLUE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22436535-F120-4E73-9778-AA90BD6BB752.jpeg  •  Enter style number and quantities in the blank fields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013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67518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ODM/260404/0005                YELLOW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7EB83252-F1F0-40DD-9DC4-202201CF61FB.jpeg  •  Enter style number and quantities in the blank fields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017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51226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ODM/260602/0026                  BLACK</a:t>
                      </a:r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E0CB1E22-E2F9-4EA1-86F5-60EEE0C7D4A2.jpeg  •  Enter style number and quantities in the blank fields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021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394335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ODM/260602/0026                   GREY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EEE8026F-F0BA-4A65-B213-7B53C6B402F7.jpeg  •  Enter style number and quantities in the blank fields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3DC75-997F-587D-6C05-F0FDEFF4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1284E7-841F-87D1-D2A8-DA991F1EF6CC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AF123A-AEB5-B736-7468-1F4486516BFA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42CFE-B22A-D6E9-E601-C4B32864F83C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667525-848C-90DB-3407-FDB803505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14536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ODM/260602/0026                BEIGE 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B8C784-F001-2077-D347-C486EB63890F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CF9C5A-2477-64BE-CE4E-A446434BE2E4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D8E13B-B3F5-B448-B5C4-7329E254009D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5840902-24F7-1652-9754-D9C42FE5AB5B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EEE8026F-F0BA-4A65-B213-7B53C6B402F7.jpeg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AE2E7E87-9F63-5B6F-E16C-64F865DE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10916"/>
            <a:ext cx="362712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4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022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80864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ODM/260404/0001             BEIGE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CCD751A9-C941-4235-9CD2-2F7F0123AF8E(1).jpeg  •  Enter style number and quantities in the blank fields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023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16540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ODM/260404/0001               BLUE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A8FB17DD-D248-4ECE-9963-89C242A4EA73.jpeg  •  Enter style number and quantities in the blank fields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565912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ODM/260528/0042               NAVY BLUE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a_bright_sunlit_outdoor_fashion_portrait_scene_a.png  •  Enter style number and quantities in the blank fields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15997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ODM/260528/0042             BLACK 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outdoor_sunlit_lifestyle_fashion_portrait_scene_a.png  •  Enter style number and quantities in the blank fields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473660"/>
              </p:ext>
            </p:extLst>
          </p:nvPr>
        </p:nvGraphicFramePr>
        <p:xfrm>
          <a:off x="6446520" y="1298448"/>
          <a:ext cx="5349240" cy="769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63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ODM/260528/0042                 BEIGE 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5ADBBD2C-6941-48A0-B61A-FB74B02A9206.jpeg  •  Enter style number and quantities in the blank fields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3D1017-2195-45CD-51BE-2A24047E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6" y="960120"/>
            <a:ext cx="4320541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9D672-755F-4263-38FA-37ED1244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A4E3F1-1DC7-A54D-5EAC-60CBB5B95EBE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027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F487C-5BD7-FD0E-B2B0-EC9FAFA1EC65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A1E52-A39E-3E05-B5D4-BA26F0EA2DB6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5763D6-90EE-C39B-2A08-373A5760A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104562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ODM/260528/0042             KHAKI </a:t>
                      </a:r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AEDFCA-8C2F-42EB-D90A-15497EDE33EF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FC523A-B5A8-6C44-80F3-E37262B9697D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B185CE-32C3-BC21-DD91-317F0673AA74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ED9B73-D092-5302-47A4-4B6FA2C27FCE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5ADBBD2C-6941-48A0-B61A-FB74B02A9206.jpeg  •  Enter style number and quantities in the blank fields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197974-6C8C-F8E4-0C7F-9F0469C7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063" y="960120"/>
            <a:ext cx="3688080" cy="541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68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031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263783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ODM/260530/0055       SKY BLUE 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4ACEF02A-304B-4251-AD39-CAD0D2EC6999.jpeg  •  Enter style number and quantities in the blank fields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032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622003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ODM/260530/0055      LT  GREY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outdoor_fashion_portrait_scene_in_bright_sunlight.png  •  Enter style number and quantities in the blank fields</a:t>
            </a:r>
          </a:p>
        </p:txBody>
      </p:sp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7B1DABB7-281A-8C8A-01BE-E593EF2ED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00" y="932688"/>
            <a:ext cx="4354096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0951F-E355-7E49-6FFC-52B687DB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E38715-FB08-AAFF-4915-D82C0EAF02C7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032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4204D-DD59-9100-3F7E-5C047D704501}"/>
              </a:ext>
            </a:extLst>
          </p:cNvPr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9023-AE55-F685-F6F5-3D6DABE01E0A}"/>
              </a:ext>
            </a:extLst>
          </p:cNvPr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605641-26C3-370C-9331-16E0D23D3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655537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ODM/260530/0055       NAVY BLUE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D53FF6A-25F8-8E13-962C-461D17BA92D8}"/>
              </a:ext>
            </a:extLst>
          </p:cNvPr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670923-20B3-CD51-553A-7B6C22D8C6F1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3E8C5E-3BAC-9554-9AEB-E19096361A07}"/>
              </a:ext>
            </a:extLst>
          </p:cNvPr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E4091D-FD94-1BA0-46D2-73FFB2AA6091}"/>
              </a:ext>
            </a:extLst>
          </p:cNvPr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outdoor_fashion_portrait_scene_in_bright_sunlight.png  •  Enter style number and quantities in the blank fields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6CDFB-AD2B-53AD-D711-EB6FFD401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067" y="932688"/>
            <a:ext cx="4295857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29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040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287144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ODM/260529/0147    NAVY BLUE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rPr dirty="0"/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a_crisp_high_resolution_outdoor_lifestyle_portrai.png  •  Enter style number and quantities in the blank fields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046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102929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ODM/260529/0147             OLIVE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outdoor_tropical_resort_style_portrait_scene_a_we.png  •  Enter style number and quantities in the blank fields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047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35689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ODM/260529/0147                  BLACK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outdoor_beach_resort_style_portrait_scene_bright.png  •  Enter style number and quantities in the blank fields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049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984625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ODM/260529/0147   SKY BLUE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a_crisp_high_resolution_outdoor_beach_resort_styl.png  •  Enter style number and quantities in the blank fields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054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53808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ODM/260601/0021      LT GREY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outdoor_beachside_resort_terrace_scene_in_bright_d.png  •  Enter style number and quantities in the blank fields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055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932688"/>
            <a:ext cx="36271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939998"/>
              </p:ext>
            </p:extLst>
          </p:nvPr>
        </p:nvGraphicFramePr>
        <p:xfrm>
          <a:off x="6446520" y="1298448"/>
          <a:ext cx="5349240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ODM/260601/0021   CREAM </a:t>
                      </a:r>
                      <a:endParaRPr sz="2400"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outdoor_tropical_beach_resort_lifestyle_portrait.png  •  Enter style number and quantities in the blank fields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061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98" y="932688"/>
            <a:ext cx="453390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945855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ODM/260528/0048            BLACK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outdoor_tropical_resort_style_portrait_scene_sunl.png  •  Enter style number and quantities in the blank fields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MENSWEAR PRODUCT QTY SHEET  |  STYLE 065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932688"/>
            <a:ext cx="5715000" cy="5440680"/>
          </a:xfrm>
          <a:prstGeom prst="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98" y="932688"/>
            <a:ext cx="453390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STYLE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058810"/>
              </p:ext>
            </p:extLst>
          </p:nvPr>
        </p:nvGraphicFramePr>
        <p:xfrm>
          <a:off x="6446520" y="1298448"/>
          <a:ext cx="53492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STYLE NO.</a:t>
                      </a:r>
                    </a:p>
                  </a:txBody>
                  <a:tcPr marL="128016"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r>
                        <a:rPr lang="en-IN" sz="2400" b="1" i="0" kern="1200" dirty="0">
                          <a:solidFill>
                            <a:srgbClr val="1F324A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ODM/260528/0048    GREY </a:t>
                      </a:r>
                    </a:p>
                    <a:p>
                      <a:pPr>
                        <a:defRPr sz="1600" b="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marL="128016"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2331720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6B97"/>
                </a:solidFill>
              </a:defRPr>
            </a:pPr>
            <a:r>
              <a:t>SIZE-WISE QUANTITY (PCS)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724912"/>
          <a:ext cx="5349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 (PCS)</a:t>
                      </a:r>
                    </a:p>
                  </a:txBody>
                  <a:tcPr anchor="ctr">
                    <a:solidFill>
                      <a:srgbClr val="1F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XS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XL</a:t>
                      </a:r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r>
                        <a:t>XXL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324A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5870448"/>
          <a:ext cx="534924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PCS</a:t>
                      </a:r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3D6B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6510528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Image reference: a_crisp_bright_outdoor_lifestyle_fashion_portrai.png  •  Enter style number and quantities in the blank fields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1760</Words>
  <Application>Microsoft Office PowerPoint</Application>
  <PresentationFormat>Widescreen</PresentationFormat>
  <Paragraphs>480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mohit bw</cp:lastModifiedBy>
  <cp:revision>25</cp:revision>
  <dcterms:created xsi:type="dcterms:W3CDTF">2013-01-27T09:14:16Z</dcterms:created>
  <dcterms:modified xsi:type="dcterms:W3CDTF">2026-10-19T12:34:40Z</dcterms:modified>
  <cp:category/>
</cp:coreProperties>
</file>